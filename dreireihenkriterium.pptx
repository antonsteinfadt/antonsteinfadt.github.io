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13"/>
  </p:notesMasterIdLst>
  <p:sldIdLst>
    <p:sldId id="256" r:id="rId3"/>
    <p:sldId id="257" r:id="rId4"/>
    <p:sldId id="266" r:id="rId5"/>
    <p:sldId id="260" r:id="rId6"/>
    <p:sldId id="258" r:id="rId7"/>
    <p:sldId id="261" r:id="rId8"/>
    <p:sldId id="259" r:id="rId9"/>
    <p:sldId id="262" r:id="rId10"/>
    <p:sldId id="264" r:id="rId11"/>
    <p:sldId id="265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11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200C1-CC68-42FC-8636-94500F1CC72E}" type="datetimeFigureOut">
              <a:rPr lang="de-DE" smtClean="0"/>
              <a:t>23.12.2024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FC58-D5CB-482C-BD8D-125DEE030E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851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8FC58-D5CB-482C-BD8D-125DEE030EE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9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91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3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7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82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0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2834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75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09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December 23,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1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December 23,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December 23, 2024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6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1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11" Type="http://schemas.openxmlformats.org/officeDocument/2006/relationships/image" Target="../media/image1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4.png"/><Relationship Id="rId7" Type="http://schemas.openxmlformats.org/officeDocument/2006/relationships/image" Target="../media/image5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6.png"/><Relationship Id="rId10" Type="http://schemas.openxmlformats.org/officeDocument/2006/relationships/image" Target="../media/image57.png"/><Relationship Id="rId4" Type="http://schemas.openxmlformats.org/officeDocument/2006/relationships/image" Target="../media/image65.png"/><Relationship Id="rId9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5.png"/><Relationship Id="rId7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ünzwurf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75" b="100000" l="11094" r="99375">
                        <a14:foregroundMark x1="38125" y1="11467" x2="37344" y2="16400"/>
                        <a14:foregroundMark x1="42344" y1="60296" x2="42813" y2="59309"/>
                        <a14:foregroundMark x1="43438" y1="57953" x2="44219" y2="57460"/>
                        <a14:foregroundMark x1="57344" y1="48212" x2="57344" y2="51295"/>
                        <a14:foregroundMark x1="41875" y1="13933" x2="41406" y2="17633"/>
                        <a14:foregroundMark x1="38750" y1="18126" x2="36563" y2="18126"/>
                        <a14:foregroundMark x1="37813" y1="18619" x2="43125" y2="18742"/>
                        <a14:foregroundMark x1="44219" y1="18002" x2="45625" y2="16153"/>
                        <a14:foregroundMark x1="33125" y1="18742" x2="31875" y2="17386"/>
                        <a14:foregroundMark x1="34531" y1="19236" x2="31875" y2="16769"/>
                        <a14:foregroundMark x1="31875" y1="16769" x2="31875" y2="14180"/>
                        <a14:foregroundMark x1="31875" y1="14180" x2="32813" y2="12084"/>
                        <a14:foregroundMark x1="37656" y1="19975" x2="40156" y2="20715"/>
                        <a14:foregroundMark x1="42188" y1="20838" x2="44531" y2="19729"/>
                        <a14:foregroundMark x1="44531" y1="19729" x2="44531" y2="19729"/>
                        <a14:foregroundMark x1="37656" y1="20715" x2="41719" y2="20715"/>
                        <a14:foregroundMark x1="30625" y1="15290" x2="32031" y2="17633"/>
                        <a14:foregroundMark x1="32813" y1="18249" x2="34844" y2="19729"/>
                        <a14:foregroundMark x1="31094" y1="16276" x2="32813" y2="18866"/>
                        <a14:foregroundMark x1="31875" y1="16153" x2="31094" y2="13440"/>
                        <a14:backgroundMark x1="24219" y1="82614" x2="27656" y2="91985"/>
                        <a14:backgroundMark x1="54844" y1="92478" x2="79844" y2="92478"/>
                        <a14:backgroundMark x1="85000" y1="91122" x2="89375" y2="82614"/>
                        <a14:backgroundMark x1="71719" y1="76819" x2="79531" y2="78298"/>
                        <a14:backgroundMark x1="74531" y1="58816" x2="80781" y2="58323"/>
                        <a14:backgroundMark x1="87031" y1="57460" x2="97500" y2="546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113" y="2989632"/>
            <a:ext cx="2000055" cy="253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ndrey Nikolayevich Kolmogorov | Russian Mathematician &amp; Probability Theory  Pioneer | Britannica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0222" y1="11333" x2="61778" y2="6000"/>
                        <a14:foregroundMark x1="61778" y1="6000" x2="42222" y2="3000"/>
                        <a14:foregroundMark x1="48889" y1="2333" x2="58222" y2="3333"/>
                        <a14:foregroundMark x1="58222" y1="3333" x2="58222" y2="3333"/>
                        <a14:foregroundMark x1="59111" y1="3667" x2="68000" y2="5000"/>
                        <a14:foregroundMark x1="87111" y1="40667" x2="84000" y2="45333"/>
                        <a14:foregroundMark x1="84000" y1="45333" x2="84000" y2="45333"/>
                        <a14:foregroundMark x1="84000" y1="46667" x2="82667" y2="50000"/>
                        <a14:foregroundMark x1="72000" y1="72333" x2="99111" y2="92333"/>
                        <a14:foregroundMark x1="59556" y1="90667" x2="14222" y2="95333"/>
                        <a14:foregroundMark x1="16000" y1="40000" x2="16000" y2="40000"/>
                        <a14:backgroundMark x1="41333" y1="1333" x2="61333" y2="1333"/>
                        <a14:backgroundMark x1="95111" y1="31000" x2="92000" y2="59000"/>
                        <a14:backgroundMark x1="92000" y1="66000" x2="87556" y2="78667"/>
                        <a14:backgroundMark x1="3111" y1="38667" x2="3556" y2="4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635646"/>
            <a:ext cx="2681790" cy="3575720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51670"/>
            <a:ext cx="6408712" cy="11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hteck 6"/>
          <p:cNvSpPr/>
          <p:nvPr/>
        </p:nvSpPr>
        <p:spPr>
          <a:xfrm>
            <a:off x="107504" y="29111"/>
            <a:ext cx="8928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7200" b="1" dirty="0" smtClean="0"/>
              <a:t>Dreireihenkriterium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251520" y="987574"/>
            <a:ext cx="89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smtClean="0">
                <a:solidFill>
                  <a:srgbClr val="FF0000"/>
                </a:solidFill>
              </a:rPr>
              <a:t>Konvergiert die zufällige harmonische Reihe?</a:t>
            </a:r>
            <a:endParaRPr lang="de-DE" sz="3200" b="1" dirty="0">
              <a:solidFill>
                <a:srgbClr val="FF0000"/>
              </a:solidFill>
            </a:endParaRPr>
          </a:p>
        </p:txBody>
      </p:sp>
      <p:cxnSp>
        <p:nvCxnSpPr>
          <p:cNvPr id="11" name="Gerade Verbindung mit Pfeil 10"/>
          <p:cNvCxnSpPr/>
          <p:nvPr/>
        </p:nvCxnSpPr>
        <p:spPr>
          <a:xfrm flipH="1" flipV="1">
            <a:off x="3112152" y="2955360"/>
            <a:ext cx="532478" cy="118111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/>
        </p:nvCxnSpPr>
        <p:spPr>
          <a:xfrm flipV="1">
            <a:off x="6588224" y="2876195"/>
            <a:ext cx="360040" cy="119542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 flipV="1">
            <a:off x="5059754" y="2876196"/>
            <a:ext cx="0" cy="123129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/>
          <p:nvPr/>
        </p:nvCxnSpPr>
        <p:spPr>
          <a:xfrm flipH="1" flipV="1">
            <a:off x="4064585" y="2955360"/>
            <a:ext cx="219383" cy="12005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/>
          <p:nvPr/>
        </p:nvCxnSpPr>
        <p:spPr>
          <a:xfrm flipV="1">
            <a:off x="5796136" y="2906922"/>
            <a:ext cx="219383" cy="12005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>
          <a:xfrm>
            <a:off x="1979712" y="4155926"/>
            <a:ext cx="66247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3200" b="1" dirty="0" smtClean="0">
                <a:solidFill>
                  <a:srgbClr val="00B050"/>
                </a:solidFill>
              </a:rPr>
              <a:t>Vorzeichen per Münzwurf!</a:t>
            </a:r>
          </a:p>
        </p:txBody>
      </p:sp>
    </p:spTree>
    <p:extLst>
      <p:ext uri="{BB962C8B-B14F-4D97-AF65-F5344CB8AC3E}">
        <p14:creationId xmlns:p14="http://schemas.microsoft.com/office/powerpoint/2010/main" val="326789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43758"/>
            <a:ext cx="5400600" cy="237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Maximalungleichung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61874"/>
            <a:ext cx="1531212" cy="253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00"/>
          <a:stretch/>
        </p:blipFill>
        <p:spPr bwMode="auto">
          <a:xfrm>
            <a:off x="107504" y="915566"/>
            <a:ext cx="7632848" cy="117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8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211710"/>
            <a:ext cx="2965193" cy="558381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 descr="Andrey Nikolayevich Kolmogorov | Russian Mathematician &amp; Probability Theory  Pioneer | Britannica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50222" y1="11333" x2="61778" y2="6000"/>
                        <a14:foregroundMark x1="61778" y1="6000" x2="42222" y2="3000"/>
                        <a14:foregroundMark x1="48889" y1="2333" x2="58222" y2="3333"/>
                        <a14:foregroundMark x1="58222" y1="3333" x2="58222" y2="3333"/>
                        <a14:foregroundMark x1="59111" y1="3667" x2="68000" y2="5000"/>
                        <a14:foregroundMark x1="87111" y1="40667" x2="84000" y2="45333"/>
                        <a14:foregroundMark x1="84000" y1="45333" x2="84000" y2="45333"/>
                        <a14:foregroundMark x1="84000" y1="46667" x2="82667" y2="50000"/>
                        <a14:foregroundMark x1="72000" y1="72333" x2="99111" y2="92333"/>
                        <a14:foregroundMark x1="59556" y1="90667" x2="14222" y2="95333"/>
                        <a14:foregroundMark x1="16000" y1="40000" x2="16000" y2="40000"/>
                        <a14:backgroundMark x1="41333" y1="1333" x2="61333" y2="1333"/>
                        <a14:backgroundMark x1="95111" y1="31000" x2="92000" y2="59000"/>
                        <a14:backgroundMark x1="92000" y1="66000" x2="87556" y2="78667"/>
                        <a14:backgroundMark x1="3111" y1="38667" x2="3556" y2="4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98722" y="1660326"/>
            <a:ext cx="2681790" cy="3575720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9" y="1981940"/>
            <a:ext cx="2103065" cy="238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37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Maximalungleichung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803664"/>
            <a:ext cx="1440160" cy="192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2067695"/>
            <a:ext cx="2880320" cy="523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908" y="2247454"/>
            <a:ext cx="316076" cy="18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068288"/>
            <a:ext cx="3816424" cy="575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2643758"/>
            <a:ext cx="3513475" cy="5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"/>
          <a:stretch/>
        </p:blipFill>
        <p:spPr bwMode="auto">
          <a:xfrm>
            <a:off x="3692986" y="2784941"/>
            <a:ext cx="1827520" cy="206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19822"/>
            <a:ext cx="2903140" cy="3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933" y="3219822"/>
            <a:ext cx="1171035" cy="35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19" y="3219822"/>
            <a:ext cx="1484125" cy="36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950" y="3094019"/>
            <a:ext cx="1778000" cy="639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579862"/>
            <a:ext cx="3106207" cy="661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333912"/>
            <a:ext cx="4438525" cy="692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161830"/>
            <a:ext cx="1869129" cy="312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968" y="4815805"/>
            <a:ext cx="1729184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76" y="4367734"/>
            <a:ext cx="1929400" cy="65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561" y="4107247"/>
            <a:ext cx="1764815" cy="264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9542"/>
            <a:ext cx="6805544" cy="619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8" name="Picture 24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059582"/>
            <a:ext cx="2965193" cy="55838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Gerade Verbindung 24"/>
          <p:cNvCxnSpPr/>
          <p:nvPr/>
        </p:nvCxnSpPr>
        <p:spPr>
          <a:xfrm>
            <a:off x="107504" y="1734266"/>
            <a:ext cx="892899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45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Maximalungleichung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17" y="1837073"/>
            <a:ext cx="1955934" cy="70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697" y="1826270"/>
            <a:ext cx="1901047" cy="723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768" y="1779662"/>
            <a:ext cx="2193386" cy="79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uppieren 1"/>
          <p:cNvGrpSpPr/>
          <p:nvPr/>
        </p:nvGrpSpPr>
        <p:grpSpPr>
          <a:xfrm>
            <a:off x="5013573" y="2546350"/>
            <a:ext cx="1301548" cy="504258"/>
            <a:chOff x="4926636" y="1527509"/>
            <a:chExt cx="1301548" cy="504258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1563638"/>
              <a:ext cx="1008112" cy="377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6636" y="1850792"/>
              <a:ext cx="504825" cy="180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8254" y="1527509"/>
              <a:ext cx="147809" cy="52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375" y="1914786"/>
              <a:ext cx="147809" cy="52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975413"/>
            <a:ext cx="1234282" cy="35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2607831"/>
            <a:ext cx="1609427" cy="517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Gerade Verbindung mit Pfeil 7"/>
          <p:cNvCxnSpPr/>
          <p:nvPr/>
        </p:nvCxnSpPr>
        <p:spPr>
          <a:xfrm>
            <a:off x="7668344" y="2330528"/>
            <a:ext cx="216024" cy="36004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790" y="3219822"/>
            <a:ext cx="4548442" cy="708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915566"/>
            <a:ext cx="2880320" cy="523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19" y="1095325"/>
            <a:ext cx="316076" cy="18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916159"/>
            <a:ext cx="3816424" cy="575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hteck 8"/>
          <p:cNvSpPr/>
          <p:nvPr/>
        </p:nvSpPr>
        <p:spPr>
          <a:xfrm>
            <a:off x="755576" y="771550"/>
            <a:ext cx="7416824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Gerade Verbindung 3"/>
          <p:cNvCxnSpPr/>
          <p:nvPr/>
        </p:nvCxnSpPr>
        <p:spPr>
          <a:xfrm>
            <a:off x="2655342" y="3952602"/>
            <a:ext cx="38884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0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Zwei-Reihen-Satz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61874"/>
            <a:ext cx="1531212" cy="253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26992"/>
            <a:ext cx="8856984" cy="78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851670"/>
            <a:ext cx="826350" cy="21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058" y="2098631"/>
            <a:ext cx="2091134" cy="367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832" y="2167804"/>
            <a:ext cx="2304256" cy="237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71750"/>
            <a:ext cx="4392488" cy="466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095379"/>
            <a:ext cx="1927618" cy="26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478638"/>
            <a:ext cx="6696744" cy="48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054" y="3291830"/>
            <a:ext cx="2072434" cy="74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1" y="2175474"/>
            <a:ext cx="4079362" cy="290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562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Zwei-Reihen-Satz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61874"/>
            <a:ext cx="1531212" cy="253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26992"/>
            <a:ext cx="8856984" cy="78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851670"/>
            <a:ext cx="826350" cy="21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184698"/>
            <a:ext cx="2856189" cy="223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69440"/>
            <a:ext cx="4248472" cy="535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442" y="2400722"/>
            <a:ext cx="2736410" cy="67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651870"/>
            <a:ext cx="2586683" cy="666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264" y="3555349"/>
            <a:ext cx="3260904" cy="778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634698"/>
            <a:ext cx="2808312" cy="73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560277"/>
            <a:ext cx="8064896" cy="315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mit Pfeil 2"/>
          <p:cNvCxnSpPr/>
          <p:nvPr/>
        </p:nvCxnSpPr>
        <p:spPr>
          <a:xfrm flipH="1">
            <a:off x="2051720" y="2931790"/>
            <a:ext cx="3456384" cy="64807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/>
          <p:cNvCxnSpPr/>
          <p:nvPr/>
        </p:nvCxnSpPr>
        <p:spPr>
          <a:xfrm flipV="1">
            <a:off x="3054485" y="3526686"/>
            <a:ext cx="725427" cy="2800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628" y="3373636"/>
            <a:ext cx="2390856" cy="18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711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Drei-Reihen-Satz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7534"/>
            <a:ext cx="1531212" cy="253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67894"/>
            <a:ext cx="4407586" cy="263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85128"/>
            <a:ext cx="8712968" cy="52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00" y="2695133"/>
            <a:ext cx="5397112" cy="308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54289"/>
            <a:ext cx="3254815" cy="284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7" y="1870720"/>
            <a:ext cx="5007761" cy="28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83718"/>
            <a:ext cx="2552108" cy="258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7" y="3147814"/>
            <a:ext cx="3044491" cy="230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9" y="3562581"/>
            <a:ext cx="5338240" cy="233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927769"/>
            <a:ext cx="3845966" cy="58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63" y="4577720"/>
            <a:ext cx="5547965" cy="442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Gerade Verbindung 10"/>
          <p:cNvCxnSpPr/>
          <p:nvPr/>
        </p:nvCxnSpPr>
        <p:spPr>
          <a:xfrm>
            <a:off x="136393" y="1392133"/>
            <a:ext cx="457962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/>
        </p:nvCxnSpPr>
        <p:spPr>
          <a:xfrm>
            <a:off x="159091" y="3003798"/>
            <a:ext cx="54210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/>
        </p:nvCxnSpPr>
        <p:spPr>
          <a:xfrm>
            <a:off x="4788024" y="1392133"/>
            <a:ext cx="40324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>
          <a:xfrm>
            <a:off x="109019" y="1687205"/>
            <a:ext cx="19427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Andrey Nikolayevich Kolmogorov | Russian Mathematician &amp; Probability Theory  Pioneer | Britannica"/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100000" l="0" r="100000">
                        <a14:foregroundMark x1="50222" y1="11333" x2="61778" y2="6000"/>
                        <a14:foregroundMark x1="61778" y1="6000" x2="42222" y2="3000"/>
                        <a14:foregroundMark x1="48889" y1="2333" x2="58222" y2="3333"/>
                        <a14:foregroundMark x1="58222" y1="3333" x2="58222" y2="3333"/>
                        <a14:foregroundMark x1="59111" y1="3667" x2="68000" y2="5000"/>
                        <a14:foregroundMark x1="87111" y1="40667" x2="84000" y2="45333"/>
                        <a14:foregroundMark x1="84000" y1="45333" x2="84000" y2="45333"/>
                        <a14:foregroundMark x1="84000" y1="46667" x2="82667" y2="50000"/>
                        <a14:foregroundMark x1="72000" y1="72333" x2="99111" y2="92333"/>
                        <a14:foregroundMark x1="59556" y1="90667" x2="14222" y2="95333"/>
                        <a14:foregroundMark x1="16000" y1="40000" x2="16000" y2="40000"/>
                        <a14:backgroundMark x1="41333" y1="1333" x2="61333" y2="1333"/>
                        <a14:backgroundMark x1="95111" y1="31000" x2="92000" y2="59000"/>
                        <a14:backgroundMark x1="92000" y1="66000" x2="87556" y2="78667"/>
                        <a14:backgroundMark x1="3111" y1="38667" x2="3556" y2="4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20272" y="2331723"/>
            <a:ext cx="2232248" cy="2976331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Gerade Verbindung 32"/>
          <p:cNvCxnSpPr/>
          <p:nvPr/>
        </p:nvCxnSpPr>
        <p:spPr>
          <a:xfrm>
            <a:off x="141445" y="3075806"/>
            <a:ext cx="54386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06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Kolmogorovs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Drei-Reihen-Satz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85" y="3169618"/>
            <a:ext cx="3373195" cy="27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50" y="3620037"/>
            <a:ext cx="8588300" cy="55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08" y="4351267"/>
            <a:ext cx="5532412" cy="3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7534"/>
            <a:ext cx="1531212" cy="253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67894"/>
            <a:ext cx="4407586" cy="263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85128"/>
            <a:ext cx="8712968" cy="52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00" y="2695133"/>
            <a:ext cx="5397112" cy="308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54289"/>
            <a:ext cx="3254815" cy="284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7" y="1870720"/>
            <a:ext cx="5007761" cy="28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1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83718"/>
            <a:ext cx="2552108" cy="258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2" name="Gerade Verbindung 31"/>
          <p:cNvCxnSpPr/>
          <p:nvPr/>
        </p:nvCxnSpPr>
        <p:spPr>
          <a:xfrm>
            <a:off x="136393" y="1392133"/>
            <a:ext cx="457962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/>
        </p:nvCxnSpPr>
        <p:spPr>
          <a:xfrm>
            <a:off x="159091" y="3003798"/>
            <a:ext cx="54210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/>
        </p:nvCxnSpPr>
        <p:spPr>
          <a:xfrm>
            <a:off x="4788024" y="1392133"/>
            <a:ext cx="40324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109019" y="1687205"/>
            <a:ext cx="19427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141445" y="3075806"/>
            <a:ext cx="54386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17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875"/>
          <a:stretch/>
        </p:blipFill>
        <p:spPr bwMode="auto">
          <a:xfrm>
            <a:off x="251520" y="2139702"/>
            <a:ext cx="3925531" cy="1103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Zufällige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harmonische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254973"/>
            <a:ext cx="5397112" cy="308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46177"/>
            <a:ext cx="3254815" cy="284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3" y="843558"/>
            <a:ext cx="5007761" cy="28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74900"/>
            <a:ext cx="2552108" cy="258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945745"/>
            <a:ext cx="5544616" cy="2953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75" y="3367075"/>
            <a:ext cx="1009501" cy="81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hteck 1"/>
          <p:cNvSpPr/>
          <p:nvPr/>
        </p:nvSpPr>
        <p:spPr>
          <a:xfrm>
            <a:off x="251520" y="771550"/>
            <a:ext cx="8568952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9662"/>
            <a:ext cx="864096" cy="235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14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Zufällige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harmonische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627534"/>
            <a:ext cx="8784975" cy="1007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707654"/>
            <a:ext cx="8631068" cy="78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985" y="2165295"/>
            <a:ext cx="1800200" cy="30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91409"/>
            <a:ext cx="3024336" cy="57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102" y="2643758"/>
            <a:ext cx="1857082" cy="677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507854"/>
            <a:ext cx="4248472" cy="35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845198"/>
            <a:ext cx="6057393" cy="38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299942"/>
            <a:ext cx="5904656" cy="43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355726"/>
            <a:ext cx="2217068" cy="121242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834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</Words>
  <Application>Microsoft Office PowerPoint</Application>
  <PresentationFormat>Bildschirmpräsentation (16:9)</PresentationFormat>
  <Paragraphs>13</Paragraphs>
  <Slides>10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33</cp:revision>
  <dcterms:created xsi:type="dcterms:W3CDTF">2024-12-07T21:03:56Z</dcterms:created>
  <dcterms:modified xsi:type="dcterms:W3CDTF">2024-12-23T21:33:10Z</dcterms:modified>
</cp:coreProperties>
</file>