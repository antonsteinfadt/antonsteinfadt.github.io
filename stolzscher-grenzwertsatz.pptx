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684" r:id="rId3"/>
  </p:sldMasterIdLst>
  <p:notesMasterIdLst>
    <p:notesMasterId r:id="rId10"/>
  </p:notesMasterIdLst>
  <p:sldIdLst>
    <p:sldId id="256" r:id="rId4"/>
    <p:sldId id="271" r:id="rId5"/>
    <p:sldId id="268" r:id="rId6"/>
    <p:sldId id="259" r:id="rId7"/>
    <p:sldId id="270" r:id="rId8"/>
    <p:sldId id="272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80" autoAdjust="0"/>
  </p:normalViewPr>
  <p:slideViewPr>
    <p:cSldViewPr>
      <p:cViewPr>
        <p:scale>
          <a:sx n="150" d="100"/>
          <a:sy n="150" d="100"/>
        </p:scale>
        <p:origin x="4134" y="-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BE097-EB65-4854-A83B-B42A3436C302}" type="datetimeFigureOut">
              <a:rPr lang="de-DE" smtClean="0"/>
              <a:t>01.12.2024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2F460-BB77-47E6-A3ED-CB6272643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350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32F460-BB77-47E6-A3ED-CB627264318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185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6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7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7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7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7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94" y="200027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43" y="204791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94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3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2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8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54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14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514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32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32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650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66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954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765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641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4715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033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665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92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6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632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016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354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55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5292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143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252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December 1,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8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54" y="4767264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December 1,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72" y="4767264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85" y="4767264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40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40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December 1, 2024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60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December 1, 2024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99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5" Type="http://schemas.openxmlformats.org/officeDocument/2006/relationships/image" Target="../media/image33.png"/><Relationship Id="rId10" Type="http://schemas.openxmlformats.org/officeDocument/2006/relationships/image" Target="../media/image29.png"/><Relationship Id="rId4" Type="http://schemas.openxmlformats.org/officeDocument/2006/relationships/image" Target="../media/image5.png"/><Relationship Id="rId9" Type="http://schemas.openxmlformats.org/officeDocument/2006/relationships/image" Target="../media/image17.png"/><Relationship Id="rId1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3" Type="http://schemas.openxmlformats.org/officeDocument/2006/relationships/image" Target="../media/image4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11" Type="http://schemas.openxmlformats.org/officeDocument/2006/relationships/image" Target="../media/image6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5.png"/><Relationship Id="rId9" Type="http://schemas.openxmlformats.org/officeDocument/2006/relationships/image" Target="../media/image38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Otto Stolz (Mathematiker) – Wikipedi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12" b="90000" l="0" r="100000">
                        <a14:foregroundMark x1="67647" y1="16012" x2="59488" y2="11250"/>
                        <a14:foregroundMark x1="59108" y1="11488" x2="51898" y2="34940"/>
                        <a14:foregroundMark x1="51518" y1="51369" x2="51328" y2="67440"/>
                        <a14:foregroundMark x1="54744" y1="66250" x2="67457" y2="43988"/>
                        <a14:foregroundMark x1="50000" y1="7679" x2="56641" y2="7679"/>
                        <a14:foregroundMark x1="60436" y1="7679" x2="68027" y2="8155"/>
                        <a14:foregroundMark x1="69355" y1="9702" x2="75996" y2="15060"/>
                        <a14:foregroundMark x1="75996" y1="15060" x2="78083" y2="24583"/>
                        <a14:foregroundMark x1="72391" y1="11488" x2="75047" y2="13274"/>
                        <a14:foregroundMark x1="76945" y1="20417" x2="78843" y2="25179"/>
                        <a14:foregroundMark x1="78843" y1="18988" x2="78083" y2="21845"/>
                        <a14:foregroundMark x1="56167" y1="7619" x2="60057" y2="7619"/>
                        <a14:foregroundMark x1="69639" y1="8750" x2="74953" y2="129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8020"/>
          <a:stretch/>
        </p:blipFill>
        <p:spPr bwMode="auto">
          <a:xfrm>
            <a:off x="5364088" y="843558"/>
            <a:ext cx="3816424" cy="4378624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/>
          <p:cNvSpPr/>
          <p:nvPr/>
        </p:nvSpPr>
        <p:spPr>
          <a:xfrm>
            <a:off x="107504" y="96186"/>
            <a:ext cx="892899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5800" b="1" dirty="0" smtClean="0"/>
              <a:t>Stolzscher Grenzwertsatz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139702"/>
            <a:ext cx="6078372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Gerade Verbindung mit Pfeil 5"/>
          <p:cNvCxnSpPr/>
          <p:nvPr/>
        </p:nvCxnSpPr>
        <p:spPr>
          <a:xfrm flipH="1">
            <a:off x="1747674" y="1675656"/>
            <a:ext cx="551716" cy="49326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/>
          <p:cNvSpPr txBox="1"/>
          <p:nvPr/>
        </p:nvSpPr>
        <p:spPr>
          <a:xfrm>
            <a:off x="1331640" y="938213"/>
            <a:ext cx="72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 smtClean="0">
                <a:solidFill>
                  <a:srgbClr val="FF0000"/>
                </a:solidFill>
              </a:rPr>
              <a:t>Diskrete Ableitung!</a:t>
            </a:r>
            <a:endParaRPr lang="de-DE" sz="4400" dirty="0">
              <a:solidFill>
                <a:srgbClr val="FF0000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395536" y="3315640"/>
            <a:ext cx="5112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smtClean="0"/>
              <a:t>Eine </a:t>
            </a:r>
            <a:r>
              <a:rPr lang="de-DE" sz="3600" dirty="0" smtClean="0">
                <a:solidFill>
                  <a:srgbClr val="FF0000"/>
                </a:solidFill>
              </a:rPr>
              <a:t>diskrete Analogie </a:t>
            </a:r>
            <a:r>
              <a:rPr lang="de-DE" sz="3200" dirty="0" smtClean="0"/>
              <a:t>zur Regel von </a:t>
            </a:r>
            <a:r>
              <a:rPr lang="de-DE" sz="3600" dirty="0" smtClean="0">
                <a:solidFill>
                  <a:srgbClr val="FF0000"/>
                </a:solidFill>
              </a:rPr>
              <a:t>L‘Hopital</a:t>
            </a:r>
            <a:r>
              <a:rPr lang="de-DE" sz="3200" dirty="0" smtClean="0"/>
              <a:t>!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113216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Satz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von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Stolz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83" y="915569"/>
            <a:ext cx="8727403" cy="532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68" y="664502"/>
            <a:ext cx="1584176" cy="2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419622"/>
            <a:ext cx="3784675" cy="62607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355726"/>
            <a:ext cx="1817477" cy="249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80" y="2669395"/>
            <a:ext cx="2914312" cy="262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631228"/>
            <a:ext cx="2304256" cy="431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848" y="2636787"/>
            <a:ext cx="642554" cy="299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075806"/>
            <a:ext cx="3232400" cy="73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162" y="3263918"/>
            <a:ext cx="2067702" cy="38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112" y="3075806"/>
            <a:ext cx="3143360" cy="80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227934"/>
            <a:ext cx="2469901" cy="327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0764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Ungleichung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für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reelle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Zahlen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37" y="627537"/>
            <a:ext cx="73342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34"/>
          <a:stretch/>
        </p:blipFill>
        <p:spPr bwMode="auto">
          <a:xfrm>
            <a:off x="229835" y="857776"/>
            <a:ext cx="7942571" cy="275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6" y="1923678"/>
            <a:ext cx="622149" cy="20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215746"/>
            <a:ext cx="4752528" cy="392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152" y="2717416"/>
            <a:ext cx="4656112" cy="502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40" y="3363840"/>
            <a:ext cx="7423493" cy="298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723878"/>
            <a:ext cx="6408712" cy="998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28" y="4804001"/>
            <a:ext cx="3628770" cy="254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826" y="4659985"/>
            <a:ext cx="347662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203598"/>
            <a:ext cx="5760640" cy="57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683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Satz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von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Stolz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83" y="915569"/>
            <a:ext cx="8727403" cy="532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68" y="664502"/>
            <a:ext cx="1584176" cy="2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21" y="2355726"/>
            <a:ext cx="1555429" cy="227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194" y="2355726"/>
            <a:ext cx="4916063" cy="245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3382174"/>
            <a:ext cx="882351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53" y="3427676"/>
            <a:ext cx="944587" cy="489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05960"/>
            <a:ext cx="622149" cy="20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563" y="2625571"/>
            <a:ext cx="4721685" cy="594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944"/>
          <a:stretch/>
        </p:blipFill>
        <p:spPr bwMode="auto">
          <a:xfrm>
            <a:off x="1403648" y="3363838"/>
            <a:ext cx="959625" cy="64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091" y="4266808"/>
            <a:ext cx="1993005" cy="609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4443958"/>
            <a:ext cx="648072" cy="267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347614"/>
            <a:ext cx="3784675" cy="62607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395341"/>
            <a:ext cx="5208603" cy="585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hteck 1"/>
          <p:cNvSpPr/>
          <p:nvPr/>
        </p:nvSpPr>
        <p:spPr>
          <a:xfrm>
            <a:off x="2614613" y="3357563"/>
            <a:ext cx="1179623" cy="63321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/>
          <p:cNvSpPr/>
          <p:nvPr/>
        </p:nvSpPr>
        <p:spPr>
          <a:xfrm>
            <a:off x="4067944" y="3379347"/>
            <a:ext cx="1296144" cy="63321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6219676" y="3378700"/>
            <a:ext cx="1276499" cy="63321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447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des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Satzes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von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Stolz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83" y="915569"/>
            <a:ext cx="8727403" cy="532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68" y="664502"/>
            <a:ext cx="1584176" cy="2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2211711"/>
            <a:ext cx="6984776" cy="290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71" y="3292016"/>
            <a:ext cx="2883721" cy="287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279" y="4515966"/>
            <a:ext cx="1374945" cy="536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712" y="2602321"/>
            <a:ext cx="3036440" cy="617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809"/>
          <a:stretch/>
        </p:blipFill>
        <p:spPr bwMode="auto">
          <a:xfrm>
            <a:off x="227542" y="3682969"/>
            <a:ext cx="957314" cy="64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4"/>
          <a:stretch/>
        </p:blipFill>
        <p:spPr bwMode="auto">
          <a:xfrm>
            <a:off x="1187624" y="3775349"/>
            <a:ext cx="3960440" cy="55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795886"/>
            <a:ext cx="3888432" cy="562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525" y="1419622"/>
            <a:ext cx="3784675" cy="62607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eschweifte Klammer rechts 7"/>
          <p:cNvSpPr/>
          <p:nvPr/>
        </p:nvSpPr>
        <p:spPr>
          <a:xfrm rot="16200000">
            <a:off x="5886305" y="3165976"/>
            <a:ext cx="216024" cy="1043798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219822"/>
            <a:ext cx="263525" cy="31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6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8915" y="3219822"/>
            <a:ext cx="263525" cy="31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Geschweifte Klammer rechts 23"/>
          <p:cNvSpPr/>
          <p:nvPr/>
        </p:nvSpPr>
        <p:spPr>
          <a:xfrm rot="16200000">
            <a:off x="8288481" y="3047874"/>
            <a:ext cx="216024" cy="1280005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Geschweifte Klammer rechts 24"/>
          <p:cNvSpPr/>
          <p:nvPr/>
        </p:nvSpPr>
        <p:spPr>
          <a:xfrm rot="16200000">
            <a:off x="7078493" y="3329108"/>
            <a:ext cx="216024" cy="73999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623" y="3296531"/>
            <a:ext cx="299764" cy="165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826" y="4659985"/>
            <a:ext cx="347662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418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Korollare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zum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Stolzschen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Grenzwertsatz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741" y="1419622"/>
            <a:ext cx="3384376" cy="522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46" y="699541"/>
            <a:ext cx="1571642" cy="255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78" y="1085824"/>
            <a:ext cx="3752858" cy="261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59" y="1419621"/>
            <a:ext cx="3348629" cy="566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2125" y="1491630"/>
            <a:ext cx="1422323" cy="406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975" y="2139702"/>
            <a:ext cx="2718137" cy="566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867894"/>
            <a:ext cx="4698975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867894"/>
            <a:ext cx="2144615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957" y="3939902"/>
            <a:ext cx="1893547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43758"/>
            <a:ext cx="2260494" cy="280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14" y="3003798"/>
            <a:ext cx="5447906" cy="30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416" y="3363838"/>
            <a:ext cx="2934752" cy="288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515966"/>
            <a:ext cx="4536504" cy="507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7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60"/>
          <a:stretch/>
        </p:blipFill>
        <p:spPr bwMode="auto">
          <a:xfrm>
            <a:off x="539552" y="4522347"/>
            <a:ext cx="375878" cy="49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731990"/>
            <a:ext cx="504056" cy="22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5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846" y="4645679"/>
            <a:ext cx="2365594" cy="386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466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</Words>
  <Application>Microsoft Office PowerPoint</Application>
  <PresentationFormat>Bildschirmpräsentation (16:9)</PresentationFormat>
  <Paragraphs>14</Paragraphs>
  <Slides>6</Slides>
  <Notes>6</Notes>
  <HiddenSlides>0</HiddenSlides>
  <MMClips>0</MMClips>
  <ScaleCrop>false</ScaleCrop>
  <HeadingPairs>
    <vt:vector size="4" baseType="variant">
      <vt:variant>
        <vt:lpstr>Design</vt:lpstr>
      </vt:variant>
      <vt:variant>
        <vt:i4>3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Executive</vt:lpstr>
      <vt:lpstr>Larissa</vt:lpstr>
      <vt:lpstr>1_Larissa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41</cp:revision>
  <dcterms:created xsi:type="dcterms:W3CDTF">2024-11-10T21:40:30Z</dcterms:created>
  <dcterms:modified xsi:type="dcterms:W3CDTF">2024-12-01T21:35:00Z</dcterms:modified>
</cp:coreProperties>
</file>