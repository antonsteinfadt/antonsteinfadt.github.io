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8"/>
  </p:notesMasterIdLst>
  <p:sldIdLst>
    <p:sldId id="256" r:id="rId3"/>
    <p:sldId id="257" r:id="rId4"/>
    <p:sldId id="259" r:id="rId5"/>
    <p:sldId id="258" r:id="rId6"/>
    <p:sldId id="260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98" y="-12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0CFC2-8A2A-453C-ADCB-60A41DCF15B9}" type="datetimeFigureOut">
              <a:rPr lang="de-DE" smtClean="0"/>
              <a:t>09.09.2024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A9EE0-131C-4879-84F7-B6E7D46F75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19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Das ist aber auch ein Polynom, welch Wunder!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A9EE0-131C-4879-84F7-B6E7D46F75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577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Die Werte in der Nähe von 0,1 werden stärker gewichtet.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A9EE0-131C-4879-84F7-B6E7D46F75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63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23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93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12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96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3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8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25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64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76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82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September 9,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0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September 9,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September 9, 2024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6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6.png"/><Relationship Id="rId10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1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0.png"/><Relationship Id="rId2" Type="http://schemas.openxmlformats.org/officeDocument/2006/relationships/image" Target="../media/image36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8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6" b="16148"/>
          <a:stretch/>
        </p:blipFill>
        <p:spPr bwMode="auto">
          <a:xfrm>
            <a:off x="6156176" y="1810975"/>
            <a:ext cx="2810637" cy="333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/>
          <p:cNvSpPr/>
          <p:nvPr/>
        </p:nvSpPr>
        <p:spPr>
          <a:xfrm>
            <a:off x="0" y="-92546"/>
            <a:ext cx="910850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6600" b="1" dirty="0" smtClean="0">
                <a:solidFill>
                  <a:srgbClr val="FF0000"/>
                </a:solidFill>
              </a:rPr>
              <a:t>Approximationssatz</a:t>
            </a:r>
          </a:p>
          <a:p>
            <a:pPr algn="ctr"/>
            <a:r>
              <a:rPr lang="de-DE" sz="6600" b="1" dirty="0" smtClean="0"/>
              <a:t>von Weierstraß</a:t>
            </a:r>
          </a:p>
        </p:txBody>
      </p:sp>
      <p:pic>
        <p:nvPicPr>
          <p:cNvPr id="1030" name="Picture 6" descr="Best trigonometric approximation with &lt;code&gt;trigremez&lt;/code&gt; » Chebfun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9" t="5627" r="8210" b="3335"/>
          <a:stretch/>
        </p:blipFill>
        <p:spPr bwMode="auto">
          <a:xfrm>
            <a:off x="683568" y="2058344"/>
            <a:ext cx="5400600" cy="267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81" y="1942729"/>
            <a:ext cx="4752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949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Weierstraß’scher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Approximationssatz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62" y="627534"/>
            <a:ext cx="1475680" cy="25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915566"/>
            <a:ext cx="8460940" cy="680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0"/>
          <a:stretch/>
        </p:blipFill>
        <p:spPr bwMode="auto">
          <a:xfrm>
            <a:off x="2146301" y="4246197"/>
            <a:ext cx="2116460" cy="737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541" y="4280851"/>
            <a:ext cx="3089870" cy="73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88186"/>
            <a:ext cx="2881139" cy="30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72718"/>
            <a:ext cx="504056" cy="21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52" y="2326877"/>
            <a:ext cx="6152248" cy="260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63" y="2600176"/>
            <a:ext cx="4741738" cy="22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457010"/>
            <a:ext cx="2304256" cy="1268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0" y="2842185"/>
            <a:ext cx="2160240" cy="27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1" y="3136958"/>
            <a:ext cx="5184576" cy="27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3447761"/>
            <a:ext cx="4824537" cy="276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867894"/>
            <a:ext cx="2880320" cy="288621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135062" y="1635646"/>
            <a:ext cx="875741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6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0"/>
          <a:stretch/>
        </p:blipFill>
        <p:spPr bwMode="auto">
          <a:xfrm>
            <a:off x="467544" y="4419946"/>
            <a:ext cx="1318717" cy="38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13"/>
          <a:stretch/>
        </p:blipFill>
        <p:spPr bwMode="auto">
          <a:xfrm>
            <a:off x="1816525" y="4414201"/>
            <a:ext cx="257768" cy="38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517" y="4477082"/>
            <a:ext cx="942628" cy="313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mit Pfeil 6"/>
          <p:cNvCxnSpPr/>
          <p:nvPr/>
        </p:nvCxnSpPr>
        <p:spPr>
          <a:xfrm flipV="1">
            <a:off x="6300192" y="4012204"/>
            <a:ext cx="1092325" cy="268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7380312" y="3795886"/>
            <a:ext cx="1440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Polynom vom Grad n</a:t>
            </a:r>
          </a:p>
          <a:p>
            <a:pPr algn="ctr"/>
            <a:r>
              <a:rPr lang="de-DE" sz="1100" dirty="0" smtClean="0"/>
              <a:t>(Bernstein-Polynom)</a:t>
            </a:r>
            <a:endParaRPr lang="de-DE" sz="11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228" y="1255898"/>
            <a:ext cx="3609976" cy="32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694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Weierstraß’scher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Approximationssatz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69379"/>
            <a:ext cx="3456384" cy="85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03598"/>
            <a:ext cx="4536504" cy="249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 flipV="1">
            <a:off x="514350" y="1431390"/>
            <a:ext cx="1" cy="21240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/>
          <p:cNvCxnSpPr/>
          <p:nvPr/>
        </p:nvCxnSpPr>
        <p:spPr>
          <a:xfrm flipV="1">
            <a:off x="1371600" y="1440915"/>
            <a:ext cx="1" cy="21240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/>
          <p:nvPr/>
        </p:nvCxnSpPr>
        <p:spPr>
          <a:xfrm flipV="1">
            <a:off x="2222501" y="1567915"/>
            <a:ext cx="0" cy="198752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>
          <a:xfrm flipV="1">
            <a:off x="3073401" y="1827248"/>
            <a:ext cx="0" cy="172184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/>
        </p:nvCxnSpPr>
        <p:spPr>
          <a:xfrm flipV="1">
            <a:off x="3930651" y="1971264"/>
            <a:ext cx="0" cy="157782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/>
        </p:nvCxnSpPr>
        <p:spPr>
          <a:xfrm flipV="1">
            <a:off x="4781551" y="1431390"/>
            <a:ext cx="0" cy="21177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152" y="2139702"/>
            <a:ext cx="1080120" cy="285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174" y="2155056"/>
            <a:ext cx="1126356" cy="250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716640"/>
            <a:ext cx="3082515" cy="76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39902"/>
            <a:ext cx="5976664" cy="305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847" y="2571750"/>
            <a:ext cx="547595" cy="1064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Ellipse 21"/>
          <p:cNvSpPr/>
          <p:nvPr/>
        </p:nvSpPr>
        <p:spPr>
          <a:xfrm flipV="1">
            <a:off x="2199640" y="3459818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/>
          <p:cNvSpPr/>
          <p:nvPr/>
        </p:nvSpPr>
        <p:spPr>
          <a:xfrm flipV="1">
            <a:off x="3061653" y="351220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/>
          <p:cNvSpPr/>
          <p:nvPr/>
        </p:nvSpPr>
        <p:spPr>
          <a:xfrm flipV="1">
            <a:off x="3907791" y="351220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 flipV="1">
            <a:off x="4758691" y="351220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84" y="693669"/>
            <a:ext cx="3038771" cy="293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3"/>
          <p:cNvCxnSpPr>
            <a:stCxn id="2" idx="0"/>
          </p:cNvCxnSpPr>
          <p:nvPr/>
        </p:nvCxnSpPr>
        <p:spPr>
          <a:xfrm flipH="1">
            <a:off x="514983" y="2305015"/>
            <a:ext cx="1" cy="124407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/>
          <p:cNvCxnSpPr/>
          <p:nvPr/>
        </p:nvCxnSpPr>
        <p:spPr>
          <a:xfrm>
            <a:off x="1372233" y="2859782"/>
            <a:ext cx="0" cy="68930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/>
          <p:cNvSpPr/>
          <p:nvPr/>
        </p:nvSpPr>
        <p:spPr>
          <a:xfrm flipV="1">
            <a:off x="492124" y="225929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/>
          <p:cNvSpPr/>
          <p:nvPr/>
        </p:nvSpPr>
        <p:spPr>
          <a:xfrm flipV="1">
            <a:off x="1348740" y="278777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rade Verbindung 35"/>
          <p:cNvCxnSpPr/>
          <p:nvPr/>
        </p:nvCxnSpPr>
        <p:spPr>
          <a:xfrm flipH="1">
            <a:off x="934294" y="2292315"/>
            <a:ext cx="1" cy="124407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6"/>
          <p:cNvCxnSpPr/>
          <p:nvPr/>
        </p:nvCxnSpPr>
        <p:spPr>
          <a:xfrm>
            <a:off x="938263" y="1601554"/>
            <a:ext cx="0" cy="68930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/>
        </p:nvCxnSpPr>
        <p:spPr>
          <a:xfrm flipV="1">
            <a:off x="938263" y="1567915"/>
            <a:ext cx="0" cy="3363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/>
          <p:cNvCxnSpPr/>
          <p:nvPr/>
        </p:nvCxnSpPr>
        <p:spPr>
          <a:xfrm flipV="1">
            <a:off x="2222501" y="3521801"/>
            <a:ext cx="0" cy="3363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eschweifte Klammer rechts 16"/>
          <p:cNvSpPr/>
          <p:nvPr/>
        </p:nvSpPr>
        <p:spPr>
          <a:xfrm rot="16200000">
            <a:off x="6991930" y="866881"/>
            <a:ext cx="151122" cy="8145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6516216" y="987574"/>
            <a:ext cx="12670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smtClean="0"/>
              <a:t>Stützstellenwerte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35208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8" grpId="0" animBg="1"/>
      <p:bldP spid="2" grpId="0" animBg="1"/>
      <p:bldP spid="21" grpId="0" animBg="1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Weierstraß’scher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Approximationssatz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88388"/>
            <a:ext cx="6048672" cy="310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30" y="3723878"/>
            <a:ext cx="4197746" cy="294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62" y="627534"/>
            <a:ext cx="1475680" cy="25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915566"/>
            <a:ext cx="8856984" cy="71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72" y="1995686"/>
            <a:ext cx="2281831" cy="27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950" y="1988501"/>
            <a:ext cx="5042692" cy="32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12063"/>
            <a:ext cx="264881" cy="25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5" y="2312063"/>
            <a:ext cx="2806253" cy="256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18811"/>
            <a:ext cx="5409530" cy="356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72" y="1665853"/>
            <a:ext cx="899859" cy="2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eschweifte Klammer rechts 9"/>
          <p:cNvSpPr/>
          <p:nvPr/>
        </p:nvSpPr>
        <p:spPr>
          <a:xfrm>
            <a:off x="7452320" y="1923678"/>
            <a:ext cx="576064" cy="11521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/>
        </p:nvSpPr>
        <p:spPr>
          <a:xfrm>
            <a:off x="8028384" y="228371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Vorarbeit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77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Weierstraß’scher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Approximationssatz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44655"/>
            <a:ext cx="1676722" cy="362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027" y="768359"/>
            <a:ext cx="2639205" cy="3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693659"/>
            <a:ext cx="3101208" cy="581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666213"/>
            <a:ext cx="1314475" cy="609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554" y="1365689"/>
            <a:ext cx="2577926" cy="413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99" y="3579957"/>
            <a:ext cx="1465205" cy="54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86" y="3602550"/>
            <a:ext cx="1321409" cy="55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892" y="3579862"/>
            <a:ext cx="1125634" cy="58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36" y="4234694"/>
            <a:ext cx="1272849" cy="544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547" y="4219876"/>
            <a:ext cx="1169967" cy="602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833" y="4156021"/>
            <a:ext cx="912255" cy="67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291830"/>
            <a:ext cx="2736304" cy="1498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13"/>
          <a:stretch/>
        </p:blipFill>
        <p:spPr bwMode="auto">
          <a:xfrm rot="5400000">
            <a:off x="389542" y="1028024"/>
            <a:ext cx="257768" cy="38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6"/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0"/>
          <a:stretch/>
        </p:blipFill>
        <p:spPr bwMode="auto">
          <a:xfrm>
            <a:off x="107503" y="1363351"/>
            <a:ext cx="1080119" cy="319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19822"/>
            <a:ext cx="3881250" cy="2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026766"/>
            <a:ext cx="1713830" cy="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857" y="2059161"/>
            <a:ext cx="6867525" cy="37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10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50" y="2530821"/>
            <a:ext cx="2895800" cy="40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Gerade Verbindung 29"/>
          <p:cNvCxnSpPr/>
          <p:nvPr/>
        </p:nvCxnSpPr>
        <p:spPr>
          <a:xfrm>
            <a:off x="2267744" y="2401666"/>
            <a:ext cx="3085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/>
          <p:nvPr/>
        </p:nvCxnSpPr>
        <p:spPr>
          <a:xfrm>
            <a:off x="2239281" y="2888457"/>
            <a:ext cx="244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/>
        </p:nvCxnSpPr>
        <p:spPr>
          <a:xfrm>
            <a:off x="5724128" y="2401666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/>
        </p:nvCxnSpPr>
        <p:spPr>
          <a:xfrm>
            <a:off x="2771800" y="2882108"/>
            <a:ext cx="5552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/>
          <p:cNvSpPr/>
          <p:nvPr/>
        </p:nvSpPr>
        <p:spPr>
          <a:xfrm>
            <a:off x="251520" y="1995686"/>
            <a:ext cx="8657108" cy="102268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8"/>
          <p:cNvCxnSpPr/>
          <p:nvPr/>
        </p:nvCxnSpPr>
        <p:spPr>
          <a:xfrm>
            <a:off x="2483768" y="1126915"/>
            <a:ext cx="17210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0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43</Words>
  <Application>Microsoft Office PowerPoint</Application>
  <PresentationFormat>Bildschirmpräsentation (16:9)</PresentationFormat>
  <Paragraphs>14</Paragraphs>
  <Slides>5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7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20</cp:revision>
  <dcterms:created xsi:type="dcterms:W3CDTF">2024-07-28T22:43:08Z</dcterms:created>
  <dcterms:modified xsi:type="dcterms:W3CDTF">2024-09-08T22:57:55Z</dcterms:modified>
</cp:coreProperties>
</file>